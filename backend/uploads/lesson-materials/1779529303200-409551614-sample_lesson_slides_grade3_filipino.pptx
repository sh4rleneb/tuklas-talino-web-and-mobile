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Grade 3 Filipino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766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203451"/>
                </a:solidFill>
                <a:latin typeface="Arial"/>
              </a:defRPr>
            </a:pPr>
            <a:r>
              <a:t>Pagkilala sa Pangngalan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0">
                <a:solidFill>
                  <a:srgbClr val="526988"/>
                </a:solidFill>
                <a:latin typeface="Arial"/>
              </a:defRPr>
            </a:pPr>
            <a:r>
              <a:t>Sample lesson slides for Tuklas Talino upload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212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5965A"/>
                </a:solidFill>
                <a:latin typeface="Arial"/>
              </a:defRPr>
            </a:pPr>
            <a:r>
              <a:t>Layunin: Matukoy ang pangngalan sa pangungusap.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29260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203451"/>
                </a:solidFill>
                <a:latin typeface="Arial"/>
              </a:defRPr>
            </a:pPr>
            <a:r>
              <a:t>📚</a:t>
            </a:r>
            <a:br/>
            <a:r>
              <a:t>✏️</a:t>
            </a:r>
            <a:br/>
            <a:r>
              <a:t>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Aralin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203451"/>
                </a:solidFill>
                <a:latin typeface="Arial"/>
              </a:defRPr>
            </a:pPr>
            <a:r>
              <a:t>Ano ang Pangngalan?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305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Kahulugan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3072384" cy="1901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Ang pangngalan ay salitang tumutukoy sa tao, bagay, hayop, lugar, o pangyayari.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65960"/>
            <a:ext cx="31089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130552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Arial"/>
              </a:defRPr>
            </a:pPr>
            <a:r>
              <a:t>Halimbawa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532888"/>
            <a:ext cx="2706624" cy="1901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guro</a:t>
            </a:r>
            <a:br/>
            <a:r>
              <a:t>aklat</a:t>
            </a:r>
            <a:br/>
            <a:r>
              <a:t>pusa</a:t>
            </a:r>
            <a:br/>
            <a:r>
              <a:t>paaralan</a:t>
            </a:r>
            <a:br/>
            <a:r>
              <a:t>kaarawan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965960"/>
            <a:ext cx="32918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2130552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Arial"/>
              </a:defRPr>
            </a:pPr>
            <a:r>
              <a:t>Tandaan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532888"/>
            <a:ext cx="2889504" cy="1901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Kapag ito ay pangalan ng nakikita, naririnig, o nararanasan, maaaring ito ay pangngalan.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Mga 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203451"/>
                </a:solidFill>
                <a:latin typeface="Arial"/>
              </a:defRPr>
            </a:pPr>
            <a:r>
              <a:t>Limang Uri ng Pangngalan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993392"/>
            <a:ext cx="2843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Tao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395728"/>
            <a:ext cx="284378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nanay, doktor, bata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993392"/>
            <a:ext cx="2843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Bagay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395728"/>
            <a:ext cx="284378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lapis, mesa, bag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18288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993392"/>
            <a:ext cx="2843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Hayop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395728"/>
            <a:ext cx="284378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aso, ibon, kalabaw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593592"/>
            <a:ext cx="2843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995928"/>
            <a:ext cx="284378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paaralan, palengke, bahay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429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3593592"/>
            <a:ext cx="2843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Pangyayari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995928"/>
            <a:ext cx="2843784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pista, laro, kaarawan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Gawain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203451"/>
                </a:solidFill>
                <a:latin typeface="Arial"/>
              </a:defRPr>
            </a:pPr>
            <a:r>
              <a:t>Hanapin ang Pangngalan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0">
                <a:solidFill>
                  <a:srgbClr val="526988"/>
                </a:solidFill>
                <a:latin typeface="Arial"/>
              </a:defRPr>
            </a:pPr>
            <a:r>
              <a:t>Basahin ang pangungusap. Piliin ang salitang pangngalan.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743200"/>
            <a:ext cx="9601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907792"/>
            <a:ext cx="9198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252728" y="3310128"/>
            <a:ext cx="9198864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1. Nagbabasa ng aklat si 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703320"/>
            <a:ext cx="9601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3867911"/>
            <a:ext cx="9198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252728" y="4270248"/>
            <a:ext cx="9198864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2. Tumakbo ang aso sa parke.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663440"/>
            <a:ext cx="9601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828031"/>
            <a:ext cx="9198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252728" y="5230368"/>
            <a:ext cx="9198864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3. Masaya ang mga bata sa pista.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Mini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03451"/>
                </a:solidFill>
                <a:latin typeface="Arial"/>
              </a:defRPr>
            </a:pPr>
            <a:r>
              <a:t>Mini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03451"/>
                </a:solidFill>
                <a:latin typeface="Arial"/>
              </a:defRPr>
            </a:pPr>
            <a:r>
              <a:t>Alin sa mga salita ang pangngalan?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8346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999232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252728" y="3401568"/>
            <a:ext cx="4169663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A. tumakbo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28346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7" y="2999232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327647" y="3401568"/>
            <a:ext cx="4169663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B. maganda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977639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142231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252728" y="4544568"/>
            <a:ext cx="4169663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C. paaralan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977639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7" y="4142231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327647" y="4544568"/>
            <a:ext cx="4169663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D. mabilis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Tamang sagot: C. paaralan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11480"/>
            <a:ext cx="2011680" cy="384048"/>
          </a:xfrm>
          <a:prstGeom prst="roundRect">
            <a:avLst/>
          </a:prstGeom>
          <a:solidFill>
            <a:srgbClr val="15965A"/>
          </a:solidFill>
          <a:ln>
            <a:solidFill>
              <a:srgbClr val="15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Buod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203451"/>
                </a:solidFill>
                <a:latin typeface="Arial"/>
              </a:defRPr>
            </a:pPr>
            <a:r>
              <a:t>Tandaan Natin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241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176272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965A"/>
                </a:solidFill>
                <a:latin typeface="Arial"/>
              </a:defRPr>
            </a:pPr>
            <a:r>
              <a:t>Buod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78608"/>
            <a:ext cx="9838944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03451"/>
                </a:solidFill>
                <a:latin typeface="Arial"/>
              </a:defRPr>
            </a:pPr>
            <a:r>
              <a:t>Ang pangngalan ay pangalan ng tao, bagay, hayop, lugar, o pangyayari. Gamitin ito upang mas malinaw ang ating pagsasalita at pagsusulat.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03451"/>
                </a:solidFill>
                <a:latin typeface="Arial"/>
              </a:defRPr>
            </a:pPr>
            <a:r>
              <a:t>Susunod: Sagutan ang Mini Quiz at Quiz Time sa Tuklas Talino.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